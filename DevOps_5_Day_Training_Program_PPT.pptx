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" Type="http://schemas.openxmlformats.org/officeDocument/2006/relationships/slide" Target="slides/slide5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" Type="http://schemas.openxmlformats.org/officeDocument/2006/relationships/slide" Target="slides/slide6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" Type="http://schemas.openxmlformats.org/officeDocument/2006/relationships/slide" Target="slides/slide7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" Type="http://schemas.openxmlformats.org/officeDocument/2006/relationships/viewProps" Target="viewProps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" Type="http://schemas.openxmlformats.org/officeDocument/2006/relationships/theme" Target="theme/theme1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" Type="http://schemas.openxmlformats.org/officeDocument/2006/relationships/tableStyles" Target="tableStyles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" Type="http://schemas.openxmlformats.org/officeDocument/2006/relationships/slide" Target="slides/slide1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" Type="http://schemas.openxmlformats.org/officeDocument/2006/relationships/slide" Target="slides/slide2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" Type="http://schemas.openxmlformats.org/officeDocument/2006/relationships/slide" Target="slides/slide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– DevOps &amp; Git –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1 – DevOps &amp; Git</a:t>
            </a:r>
          </a:p>
          <a:p>
            <a:r>
              <a:t>- Topic point 2 for Day 1 – DevOps &amp; Git</a:t>
            </a:r>
          </a:p>
          <a:p>
            <a:r>
              <a:t>- Topic point 3 for Day 1 – DevOps &amp; Git</a:t>
            </a:r>
          </a:p>
          <a:p>
            <a:r>
              <a:t>- Topic point 4 for Day 1 – DevOps &amp; Git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– DevOps &amp; Git –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1 – DevOps &amp; Git</a:t>
            </a:r>
          </a:p>
          <a:p>
            <a:r>
              <a:t>- Topic point 2 for Day 1 – DevOps &amp; Git</a:t>
            </a:r>
          </a:p>
          <a:p>
            <a:r>
              <a:t>- Topic point 3 for Day 1 – DevOps &amp; Git</a:t>
            </a:r>
          </a:p>
          <a:p>
            <a:r>
              <a:t>- Topic point 4 for Day 1 – DevOps &amp; Git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– DevOps &amp; Git –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1 – DevOps &amp; Git</a:t>
            </a:r>
          </a:p>
          <a:p>
            <a:r>
              <a:t>- Topic point 2 for Day 1 – DevOps &amp; Git</a:t>
            </a:r>
          </a:p>
          <a:p>
            <a:r>
              <a:t>- Topic point 3 for Day 1 – DevOps &amp; Git</a:t>
            </a:r>
          </a:p>
          <a:p>
            <a:r>
              <a:t>- Topic point 4 for Day 1 – DevOps &amp; Git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– DevOps &amp; Git – 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1 – DevOps &amp; Git</a:t>
            </a:r>
          </a:p>
          <a:p>
            <a:r>
              <a:t>- Topic point 2 for Day 1 – DevOps &amp; Git</a:t>
            </a:r>
          </a:p>
          <a:p>
            <a:r>
              <a:t>- Topic point 3 for Day 1 – DevOps &amp; Git</a:t>
            </a:r>
          </a:p>
          <a:p>
            <a:r>
              <a:t>- Topic point 4 for Day 1 – DevOps &amp; Git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– DevOps &amp; Git – 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1 – DevOps &amp; Git</a:t>
            </a:r>
          </a:p>
          <a:p>
            <a:r>
              <a:t>- Topic point 2 for Day 1 – DevOps &amp; Git</a:t>
            </a:r>
          </a:p>
          <a:p>
            <a:r>
              <a:t>- Topic point 3 for Day 1 – DevOps &amp; Git</a:t>
            </a:r>
          </a:p>
          <a:p>
            <a:r>
              <a:t>- Topic point 4 for Day 1 – DevOps &amp; Git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– DevOps &amp; Git – 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1 – DevOps &amp; Git</a:t>
            </a:r>
          </a:p>
          <a:p>
            <a:r>
              <a:t>- Topic point 2 for Day 1 – DevOps &amp; Git</a:t>
            </a:r>
          </a:p>
          <a:p>
            <a:r>
              <a:t>- Topic point 3 for Day 1 – DevOps &amp; Git</a:t>
            </a:r>
          </a:p>
          <a:p>
            <a:r>
              <a:t>- Topic point 4 for Day 1 – DevOps &amp; Git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– DevOps &amp; Git – 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1 – DevOps &amp; Git</a:t>
            </a:r>
          </a:p>
          <a:p>
            <a:r>
              <a:t>- Topic point 2 for Day 1 – DevOps &amp; Git</a:t>
            </a:r>
          </a:p>
          <a:p>
            <a:r>
              <a:t>- Topic point 3 for Day 1 – DevOps &amp; Git</a:t>
            </a:r>
          </a:p>
          <a:p>
            <a:r>
              <a:t>- Topic point 4 for Day 1 – DevOps &amp; Git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– DevOps &amp; Git – 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1 – DevOps &amp; Git</a:t>
            </a:r>
          </a:p>
          <a:p>
            <a:r>
              <a:t>- Topic point 2 for Day 1 – DevOps &amp; Git</a:t>
            </a:r>
          </a:p>
          <a:p>
            <a:r>
              <a:t>- Topic point 3 for Day 1 – DevOps &amp; Git</a:t>
            </a:r>
          </a:p>
          <a:p>
            <a:r>
              <a:t>- Topic point 4 for Day 1 – DevOps &amp; Git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– DevOps &amp; Git – 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1 – DevOps &amp; Git</a:t>
            </a:r>
          </a:p>
          <a:p>
            <a:r>
              <a:t>- Topic point 2 for Day 1 – DevOps &amp; Git</a:t>
            </a:r>
          </a:p>
          <a:p>
            <a:r>
              <a:t>- Topic point 3 for Day 1 – DevOps &amp; Git</a:t>
            </a:r>
          </a:p>
          <a:p>
            <a:r>
              <a:t>- Topic point 4 for Day 1 – DevOps &amp; Git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– DevOps &amp; Git – 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1 – DevOps &amp; Git</a:t>
            </a:r>
          </a:p>
          <a:p>
            <a:r>
              <a:t>- Topic point 2 for Day 1 – DevOps &amp; Git</a:t>
            </a:r>
          </a:p>
          <a:p>
            <a:r>
              <a:t>- Topic point 3 for Day 1 – DevOps &amp; Git</a:t>
            </a:r>
          </a:p>
          <a:p>
            <a:r>
              <a:t>- Topic point 4 for Day 1 – DevOps &amp; Git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– DevOps &amp; Git – 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1 – DevOps &amp; Git</a:t>
            </a:r>
          </a:p>
          <a:p>
            <a:r>
              <a:t>- Topic point 2 for Day 1 – DevOps &amp; Git</a:t>
            </a:r>
          </a:p>
          <a:p>
            <a:r>
              <a:t>- Topic point 3 for Day 1 – DevOps &amp; Git</a:t>
            </a:r>
          </a:p>
          <a:p>
            <a:r>
              <a:t>- Topic point 4 for Day 1 – DevOps &amp; Git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– DevOps &amp; Git – 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1 – DevOps &amp; Git</a:t>
            </a:r>
          </a:p>
          <a:p>
            <a:r>
              <a:t>- Topic point 2 for Day 1 – DevOps &amp; Git</a:t>
            </a:r>
          </a:p>
          <a:p>
            <a:r>
              <a:t>- Topic point 3 for Day 1 – DevOps &amp; Git</a:t>
            </a:r>
          </a:p>
          <a:p>
            <a:r>
              <a:t>- Topic point 4 for Day 1 – DevOps &amp; Git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– DevOps &amp; Git – 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1 – DevOps &amp; Git</a:t>
            </a:r>
          </a:p>
          <a:p>
            <a:r>
              <a:t>- Topic point 2 for Day 1 – DevOps &amp; Git</a:t>
            </a:r>
          </a:p>
          <a:p>
            <a:r>
              <a:t>- Topic point 3 for Day 1 – DevOps &amp; Git</a:t>
            </a:r>
          </a:p>
          <a:p>
            <a:r>
              <a:t>- Topic point 4 for Day 1 – DevOps &amp; Git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– DevOps &amp; Git – 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1 – DevOps &amp; Git</a:t>
            </a:r>
          </a:p>
          <a:p>
            <a:r>
              <a:t>- Topic point 2 for Day 1 – DevOps &amp; Git</a:t>
            </a:r>
          </a:p>
          <a:p>
            <a:r>
              <a:t>- Topic point 3 for Day 1 – DevOps &amp; Git</a:t>
            </a:r>
          </a:p>
          <a:p>
            <a:r>
              <a:t>- Topic point 4 for Day 1 – DevOps &amp; Git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– DevOps &amp; Git – 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1 – DevOps &amp; Git</a:t>
            </a:r>
          </a:p>
          <a:p>
            <a:r>
              <a:t>- Topic point 2 for Day 1 – DevOps &amp; Git</a:t>
            </a:r>
          </a:p>
          <a:p>
            <a:r>
              <a:t>- Topic point 3 for Day 1 – DevOps &amp; Git</a:t>
            </a:r>
          </a:p>
          <a:p>
            <a:r>
              <a:t>- Topic point 4 for Day 1 – DevOps &amp; Git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– DevOps &amp; Git – 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1 – DevOps &amp; Git</a:t>
            </a:r>
          </a:p>
          <a:p>
            <a:r>
              <a:t>- Topic point 2 for Day 1 – DevOps &amp; Git</a:t>
            </a:r>
          </a:p>
          <a:p>
            <a:r>
              <a:t>- Topic point 3 for Day 1 – DevOps &amp; Git</a:t>
            </a:r>
          </a:p>
          <a:p>
            <a:r>
              <a:t>- Topic point 4 for Day 1 – DevOps &amp; Git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– DevOps &amp; Git – 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1 – DevOps &amp; Git</a:t>
            </a:r>
          </a:p>
          <a:p>
            <a:r>
              <a:t>- Topic point 2 for Day 1 – DevOps &amp; Git</a:t>
            </a:r>
          </a:p>
          <a:p>
            <a:r>
              <a:t>- Topic point 3 for Day 1 – DevOps &amp; Git</a:t>
            </a:r>
          </a:p>
          <a:p>
            <a:r>
              <a:t>- Topic point 4 for Day 1 – DevOps &amp; Git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– DevOps &amp; Git – 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1 – DevOps &amp; Git</a:t>
            </a:r>
          </a:p>
          <a:p>
            <a:r>
              <a:t>- Topic point 2 for Day 1 – DevOps &amp; Git</a:t>
            </a:r>
          </a:p>
          <a:p>
            <a:r>
              <a:t>- Topic point 3 for Day 1 – DevOps &amp; Git</a:t>
            </a:r>
          </a:p>
          <a:p>
            <a:r>
              <a:t>- Topic point 4 for Day 1 – DevOps &amp; Git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– DevOps &amp; Git – 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1 – DevOps &amp; Git</a:t>
            </a:r>
          </a:p>
          <a:p>
            <a:r>
              <a:t>- Topic point 2 for Day 1 – DevOps &amp; Git</a:t>
            </a:r>
          </a:p>
          <a:p>
            <a:r>
              <a:t>- Topic point 3 for Day 1 – DevOps &amp; Git</a:t>
            </a:r>
          </a:p>
          <a:p>
            <a:r>
              <a:t>- Topic point 4 for Day 1 – DevOps &amp; Git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– DevOps &amp; Git – 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1 – DevOps &amp; Git</a:t>
            </a:r>
          </a:p>
          <a:p>
            <a:r>
              <a:t>- Topic point 2 for Day 1 – DevOps &amp; Git</a:t>
            </a:r>
          </a:p>
          <a:p>
            <a:r>
              <a:t>- Topic point 3 for Day 1 – DevOps &amp; Git</a:t>
            </a:r>
          </a:p>
          <a:p>
            <a:r>
              <a:t>- Topic point 4 for Day 1 – DevOps &amp; Git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– DevOps &amp; Git – 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1 – DevOps &amp; Git</a:t>
            </a:r>
          </a:p>
          <a:p>
            <a:r>
              <a:t>- Topic point 2 for Day 1 – DevOps &amp; Git</a:t>
            </a:r>
          </a:p>
          <a:p>
            <a:r>
              <a:t>- Topic point 3 for Day 1 – DevOps &amp; Git</a:t>
            </a:r>
          </a:p>
          <a:p>
            <a:r>
              <a:t>- Topic point 4 for Day 1 – DevOps &amp; Git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– DevOps &amp; Git – 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1 – DevOps &amp; Git</a:t>
            </a:r>
          </a:p>
          <a:p>
            <a:r>
              <a:t>- Topic point 2 for Day 1 – DevOps &amp; Git</a:t>
            </a:r>
          </a:p>
          <a:p>
            <a:r>
              <a:t>- Topic point 3 for Day 1 – DevOps &amp; Git</a:t>
            </a:r>
          </a:p>
          <a:p>
            <a:r>
              <a:t>- Topic point 4 for Day 1 – DevOps &amp; Git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– DevOps &amp; Git – 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1 – DevOps &amp; Git</a:t>
            </a:r>
          </a:p>
          <a:p>
            <a:r>
              <a:t>- Topic point 2 for Day 1 – DevOps &amp; Git</a:t>
            </a:r>
          </a:p>
          <a:p>
            <a:r>
              <a:t>- Topic point 3 for Day 1 – DevOps &amp; Git</a:t>
            </a:r>
          </a:p>
          <a:p>
            <a:r>
              <a:t>- Topic point 4 for Day 1 – DevOps &amp; Git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– DevOps &amp; Git – 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1 – DevOps &amp; Git</a:t>
            </a:r>
          </a:p>
          <a:p>
            <a:r>
              <a:t>- Topic point 2 for Day 1 – DevOps &amp; Git</a:t>
            </a:r>
          </a:p>
          <a:p>
            <a:r>
              <a:t>- Topic point 3 for Day 1 – DevOps &amp; Git</a:t>
            </a:r>
          </a:p>
          <a:p>
            <a:r>
              <a:t>- Topic point 4 for Day 1 – DevOps &amp; Git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– DevOps &amp; Git – 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1 – DevOps &amp; Git</a:t>
            </a:r>
          </a:p>
          <a:p>
            <a:r>
              <a:t>- Topic point 2 for Day 1 – DevOps &amp; Git</a:t>
            </a:r>
          </a:p>
          <a:p>
            <a:r>
              <a:t>- Topic point 3 for Day 1 – DevOps &amp; Git</a:t>
            </a:r>
          </a:p>
          <a:p>
            <a:r>
              <a:t>- Topic point 4 for Day 1 – DevOps &amp; Git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– Maven –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2 – Maven</a:t>
            </a:r>
          </a:p>
          <a:p>
            <a:r>
              <a:t>- Topic point 2 for Day 2 – Maven</a:t>
            </a:r>
          </a:p>
          <a:p>
            <a:r>
              <a:t>- Topic point 3 for Day 2 – Maven</a:t>
            </a:r>
          </a:p>
          <a:p>
            <a:r>
              <a:t>- Topic point 4 for Day 2 – Maven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– Maven –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2 – Maven</a:t>
            </a:r>
          </a:p>
          <a:p>
            <a:r>
              <a:t>- Topic point 2 for Day 2 – Maven</a:t>
            </a:r>
          </a:p>
          <a:p>
            <a:r>
              <a:t>- Topic point 3 for Day 2 – Maven</a:t>
            </a:r>
          </a:p>
          <a:p>
            <a:r>
              <a:t>- Topic point 4 for Day 2 – Maven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– Maven –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2 – Maven</a:t>
            </a:r>
          </a:p>
          <a:p>
            <a:r>
              <a:t>- Topic point 2 for Day 2 – Maven</a:t>
            </a:r>
          </a:p>
          <a:p>
            <a:r>
              <a:t>- Topic point 3 for Day 2 – Maven</a:t>
            </a:r>
          </a:p>
          <a:p>
            <a:r>
              <a:t>- Topic point 4 for Day 2 – Maven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– Maven – 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2 – Maven</a:t>
            </a:r>
          </a:p>
          <a:p>
            <a:r>
              <a:t>- Topic point 2 for Day 2 – Maven</a:t>
            </a:r>
          </a:p>
          <a:p>
            <a:r>
              <a:t>- Topic point 3 for Day 2 – Maven</a:t>
            </a:r>
          </a:p>
          <a:p>
            <a:r>
              <a:t>- Topic point 4 for Day 2 – Maven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– Maven – 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2 – Maven</a:t>
            </a:r>
          </a:p>
          <a:p>
            <a:r>
              <a:t>- Topic point 2 for Day 2 – Maven</a:t>
            </a:r>
          </a:p>
          <a:p>
            <a:r>
              <a:t>- Topic point 3 for Day 2 – Maven</a:t>
            </a:r>
          </a:p>
          <a:p>
            <a:r>
              <a:t>- Topic point 4 for Day 2 – Maven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– Maven – 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2 – Maven</a:t>
            </a:r>
          </a:p>
          <a:p>
            <a:r>
              <a:t>- Topic point 2 for Day 2 – Maven</a:t>
            </a:r>
          </a:p>
          <a:p>
            <a:r>
              <a:t>- Topic point 3 for Day 2 – Maven</a:t>
            </a:r>
          </a:p>
          <a:p>
            <a:r>
              <a:t>- Topic point 4 for Day 2 – Maven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– Maven – 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2 – Maven</a:t>
            </a:r>
          </a:p>
          <a:p>
            <a:r>
              <a:t>- Topic point 2 for Day 2 – Maven</a:t>
            </a:r>
          </a:p>
          <a:p>
            <a:r>
              <a:t>- Topic point 3 for Day 2 – Maven</a:t>
            </a:r>
          </a:p>
          <a:p>
            <a:r>
              <a:t>- Topic point 4 for Day 2 – Maven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– Maven – 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2 – Maven</a:t>
            </a:r>
          </a:p>
          <a:p>
            <a:r>
              <a:t>- Topic point 2 for Day 2 – Maven</a:t>
            </a:r>
          </a:p>
          <a:p>
            <a:r>
              <a:t>- Topic point 3 for Day 2 – Maven</a:t>
            </a:r>
          </a:p>
          <a:p>
            <a:r>
              <a:t>- Topic point 4 for Day 2 – Maven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– Maven – 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2 – Maven</a:t>
            </a:r>
          </a:p>
          <a:p>
            <a:r>
              <a:t>- Topic point 2 for Day 2 – Maven</a:t>
            </a:r>
          </a:p>
          <a:p>
            <a:r>
              <a:t>- Topic point 3 for Day 2 – Maven</a:t>
            </a:r>
          </a:p>
          <a:p>
            <a:r>
              <a:t>- Topic point 4 for Day 2 – Maven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– Maven – 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2 – Maven</a:t>
            </a:r>
          </a:p>
          <a:p>
            <a:r>
              <a:t>- Topic point 2 for Day 2 – Maven</a:t>
            </a:r>
          </a:p>
          <a:p>
            <a:r>
              <a:t>- Topic point 3 for Day 2 – Maven</a:t>
            </a:r>
          </a:p>
          <a:p>
            <a:r>
              <a:t>- Topic point 4 for Day 2 – Maven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– Maven – 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2 – Maven</a:t>
            </a:r>
          </a:p>
          <a:p>
            <a:r>
              <a:t>- Topic point 2 for Day 2 – Maven</a:t>
            </a:r>
          </a:p>
          <a:p>
            <a:r>
              <a:t>- Topic point 3 for Day 2 – Maven</a:t>
            </a:r>
          </a:p>
          <a:p>
            <a:r>
              <a:t>- Topic point 4 for Day 2 – Maven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– Maven – 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2 – Maven</a:t>
            </a:r>
          </a:p>
          <a:p>
            <a:r>
              <a:t>- Topic point 2 for Day 2 – Maven</a:t>
            </a:r>
          </a:p>
          <a:p>
            <a:r>
              <a:t>- Topic point 3 for Day 2 – Maven</a:t>
            </a:r>
          </a:p>
          <a:p>
            <a:r>
              <a:t>- Topic point 4 for Day 2 – Maven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– Maven – 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2 – Maven</a:t>
            </a:r>
          </a:p>
          <a:p>
            <a:r>
              <a:t>- Topic point 2 for Day 2 – Maven</a:t>
            </a:r>
          </a:p>
          <a:p>
            <a:r>
              <a:t>- Topic point 3 for Day 2 – Maven</a:t>
            </a:r>
          </a:p>
          <a:p>
            <a:r>
              <a:t>- Topic point 4 for Day 2 – Maven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– Maven – 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2 – Maven</a:t>
            </a:r>
          </a:p>
          <a:p>
            <a:r>
              <a:t>- Topic point 2 for Day 2 – Maven</a:t>
            </a:r>
          </a:p>
          <a:p>
            <a:r>
              <a:t>- Topic point 3 for Day 2 – Maven</a:t>
            </a:r>
          </a:p>
          <a:p>
            <a:r>
              <a:t>- Topic point 4 for Day 2 – Maven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– Maven – 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2 – Maven</a:t>
            </a:r>
          </a:p>
          <a:p>
            <a:r>
              <a:t>- Topic point 2 for Day 2 – Maven</a:t>
            </a:r>
          </a:p>
          <a:p>
            <a:r>
              <a:t>- Topic point 3 for Day 2 – Maven</a:t>
            </a:r>
          </a:p>
          <a:p>
            <a:r>
              <a:t>- Topic point 4 for Day 2 – Maven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– Maven – 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2 – Maven</a:t>
            </a:r>
          </a:p>
          <a:p>
            <a:r>
              <a:t>- Topic point 2 for Day 2 – Maven</a:t>
            </a:r>
          </a:p>
          <a:p>
            <a:r>
              <a:t>- Topic point 3 for Day 2 – Maven</a:t>
            </a:r>
          </a:p>
          <a:p>
            <a:r>
              <a:t>- Topic point 4 for Day 2 – Maven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– Maven – 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2 – Maven</a:t>
            </a:r>
          </a:p>
          <a:p>
            <a:r>
              <a:t>- Topic point 2 for Day 2 – Maven</a:t>
            </a:r>
          </a:p>
          <a:p>
            <a:r>
              <a:t>- Topic point 3 for Day 2 – Maven</a:t>
            </a:r>
          </a:p>
          <a:p>
            <a:r>
              <a:t>- Topic point 4 for Day 2 – Maven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– Maven – 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2 – Maven</a:t>
            </a:r>
          </a:p>
          <a:p>
            <a:r>
              <a:t>- Topic point 2 for Day 2 – Maven</a:t>
            </a:r>
          </a:p>
          <a:p>
            <a:r>
              <a:t>- Topic point 3 for Day 2 – Maven</a:t>
            </a:r>
          </a:p>
          <a:p>
            <a:r>
              <a:t>- Topic point 4 for Day 2 – Maven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– Maven – 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2 – Maven</a:t>
            </a:r>
          </a:p>
          <a:p>
            <a:r>
              <a:t>- Topic point 2 for Day 2 – Maven</a:t>
            </a:r>
          </a:p>
          <a:p>
            <a:r>
              <a:t>- Topic point 3 for Day 2 – Maven</a:t>
            </a:r>
          </a:p>
          <a:p>
            <a:r>
              <a:t>- Topic point 4 for Day 2 – Maven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– Maven – 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2 – Maven</a:t>
            </a:r>
          </a:p>
          <a:p>
            <a:r>
              <a:t>- Topic point 2 for Day 2 – Maven</a:t>
            </a:r>
          </a:p>
          <a:p>
            <a:r>
              <a:t>- Topic point 3 for Day 2 – Maven</a:t>
            </a:r>
          </a:p>
          <a:p>
            <a:r>
              <a:t>- Topic point 4 for Day 2 – Maven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– Maven – 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2 – Maven</a:t>
            </a:r>
          </a:p>
          <a:p>
            <a:r>
              <a:t>- Topic point 2 for Day 2 – Maven</a:t>
            </a:r>
          </a:p>
          <a:p>
            <a:r>
              <a:t>- Topic point 3 for Day 2 – Maven</a:t>
            </a:r>
          </a:p>
          <a:p>
            <a:r>
              <a:t>- Topic point 4 for Day 2 – Maven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– Maven – 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2 – Maven</a:t>
            </a:r>
          </a:p>
          <a:p>
            <a:r>
              <a:t>- Topic point 2 for Day 2 – Maven</a:t>
            </a:r>
          </a:p>
          <a:p>
            <a:r>
              <a:t>- Topic point 3 for Day 2 – Maven</a:t>
            </a:r>
          </a:p>
          <a:p>
            <a:r>
              <a:t>- Topic point 4 for Day 2 – Maven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– Maven – 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2 – Maven</a:t>
            </a:r>
          </a:p>
          <a:p>
            <a:r>
              <a:t>- Topic point 2 for Day 2 – Maven</a:t>
            </a:r>
          </a:p>
          <a:p>
            <a:r>
              <a:t>- Topic point 3 for Day 2 – Maven</a:t>
            </a:r>
          </a:p>
          <a:p>
            <a:r>
              <a:t>- Topic point 4 for Day 2 – Maven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– Maven – 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2 – Maven</a:t>
            </a:r>
          </a:p>
          <a:p>
            <a:r>
              <a:t>- Topic point 2 for Day 2 – Maven</a:t>
            </a:r>
          </a:p>
          <a:p>
            <a:r>
              <a:t>- Topic point 3 for Day 2 – Maven</a:t>
            </a:r>
          </a:p>
          <a:p>
            <a:r>
              <a:t>- Topic point 4 for Day 2 – Maven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– Maven – 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2 – Maven</a:t>
            </a:r>
          </a:p>
          <a:p>
            <a:r>
              <a:t>- Topic point 2 for Day 2 – Maven</a:t>
            </a:r>
          </a:p>
          <a:p>
            <a:r>
              <a:t>- Topic point 3 for Day 2 – Maven</a:t>
            </a:r>
          </a:p>
          <a:p>
            <a:r>
              <a:t>- Topic point 4 for Day 2 – Maven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 – Jenkins CI –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3 – Jenkins CI</a:t>
            </a:r>
          </a:p>
          <a:p>
            <a:r>
              <a:t>- Topic point 2 for Day 3 – Jenkins CI</a:t>
            </a:r>
          </a:p>
          <a:p>
            <a:r>
              <a:t>- Topic point 3 for Day 3 – Jenkins CI</a:t>
            </a:r>
          </a:p>
          <a:p>
            <a:r>
              <a:t>- Topic point 4 for Day 3 – Jenkins CI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 – Jenkins CI –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3 – Jenkins CI</a:t>
            </a:r>
          </a:p>
          <a:p>
            <a:r>
              <a:t>- Topic point 2 for Day 3 – Jenkins CI</a:t>
            </a:r>
          </a:p>
          <a:p>
            <a:r>
              <a:t>- Topic point 3 for Day 3 – Jenkins CI</a:t>
            </a:r>
          </a:p>
          <a:p>
            <a:r>
              <a:t>- Topic point 4 for Day 3 – Jenkins CI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 – Jenkins CI –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3 – Jenkins CI</a:t>
            </a:r>
          </a:p>
          <a:p>
            <a:r>
              <a:t>- Topic point 2 for Day 3 – Jenkins CI</a:t>
            </a:r>
          </a:p>
          <a:p>
            <a:r>
              <a:t>- Topic point 3 for Day 3 – Jenkins CI</a:t>
            </a:r>
          </a:p>
          <a:p>
            <a:r>
              <a:t>- Topic point 4 for Day 3 – Jenkins CI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 – Jenkins CI – 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3 – Jenkins CI</a:t>
            </a:r>
          </a:p>
          <a:p>
            <a:r>
              <a:t>- Topic point 2 for Day 3 – Jenkins CI</a:t>
            </a:r>
          </a:p>
          <a:p>
            <a:r>
              <a:t>- Topic point 3 for Day 3 – Jenkins CI</a:t>
            </a:r>
          </a:p>
          <a:p>
            <a:r>
              <a:t>- Topic point 4 for Day 3 – Jenkins CI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 – Jenkins CI – 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3 – Jenkins CI</a:t>
            </a:r>
          </a:p>
          <a:p>
            <a:r>
              <a:t>- Topic point 2 for Day 3 – Jenkins CI</a:t>
            </a:r>
          </a:p>
          <a:p>
            <a:r>
              <a:t>- Topic point 3 for Day 3 – Jenkins CI</a:t>
            </a:r>
          </a:p>
          <a:p>
            <a:r>
              <a:t>- Topic point 4 for Day 3 – Jenkins CI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 – Jenkins CI – 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3 – Jenkins CI</a:t>
            </a:r>
          </a:p>
          <a:p>
            <a:r>
              <a:t>- Topic point 2 for Day 3 – Jenkins CI</a:t>
            </a:r>
          </a:p>
          <a:p>
            <a:r>
              <a:t>- Topic point 3 for Day 3 – Jenkins CI</a:t>
            </a:r>
          </a:p>
          <a:p>
            <a:r>
              <a:t>- Topic point 4 for Day 3 – Jenkins CI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 – Jenkins CI – 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3 – Jenkins CI</a:t>
            </a:r>
          </a:p>
          <a:p>
            <a:r>
              <a:t>- Topic point 2 for Day 3 – Jenkins CI</a:t>
            </a:r>
          </a:p>
          <a:p>
            <a:r>
              <a:t>- Topic point 3 for Day 3 – Jenkins CI</a:t>
            </a:r>
          </a:p>
          <a:p>
            <a:r>
              <a:t>- Topic point 4 for Day 3 – Jenkins CI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 – Jenkins CI – 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3 – Jenkins CI</a:t>
            </a:r>
          </a:p>
          <a:p>
            <a:r>
              <a:t>- Topic point 2 for Day 3 – Jenkins CI</a:t>
            </a:r>
          </a:p>
          <a:p>
            <a:r>
              <a:t>- Topic point 3 for Day 3 – Jenkins CI</a:t>
            </a:r>
          </a:p>
          <a:p>
            <a:r>
              <a:t>- Topic point 4 for Day 3 – Jenkins CI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 – Jenkins CI – 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3 – Jenkins CI</a:t>
            </a:r>
          </a:p>
          <a:p>
            <a:r>
              <a:t>- Topic point 2 for Day 3 – Jenkins CI</a:t>
            </a:r>
          </a:p>
          <a:p>
            <a:r>
              <a:t>- Topic point 3 for Day 3 – Jenkins CI</a:t>
            </a:r>
          </a:p>
          <a:p>
            <a:r>
              <a:t>- Topic point 4 for Day 3 – Jenkins CI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 – Jenkins CI – 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3 – Jenkins CI</a:t>
            </a:r>
          </a:p>
          <a:p>
            <a:r>
              <a:t>- Topic point 2 for Day 3 – Jenkins CI</a:t>
            </a:r>
          </a:p>
          <a:p>
            <a:r>
              <a:t>- Topic point 3 for Day 3 – Jenkins CI</a:t>
            </a:r>
          </a:p>
          <a:p>
            <a:r>
              <a:t>- Topic point 4 for Day 3 – Jenkins CI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 – Jenkins CI – 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3 – Jenkins CI</a:t>
            </a:r>
          </a:p>
          <a:p>
            <a:r>
              <a:t>- Topic point 2 for Day 3 – Jenkins CI</a:t>
            </a:r>
          </a:p>
          <a:p>
            <a:r>
              <a:t>- Topic point 3 for Day 3 – Jenkins CI</a:t>
            </a:r>
          </a:p>
          <a:p>
            <a:r>
              <a:t>- Topic point 4 for Day 3 – Jenkins CI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 – Jenkins CI – 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3 – Jenkins CI</a:t>
            </a:r>
          </a:p>
          <a:p>
            <a:r>
              <a:t>- Topic point 2 for Day 3 – Jenkins CI</a:t>
            </a:r>
          </a:p>
          <a:p>
            <a:r>
              <a:t>- Topic point 3 for Day 3 – Jenkins CI</a:t>
            </a:r>
          </a:p>
          <a:p>
            <a:r>
              <a:t>- Topic point 4 for Day 3 – Jenkins CI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 – Jenkins CI – 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3 – Jenkins CI</a:t>
            </a:r>
          </a:p>
          <a:p>
            <a:r>
              <a:t>- Topic point 2 for Day 3 – Jenkins CI</a:t>
            </a:r>
          </a:p>
          <a:p>
            <a:r>
              <a:t>- Topic point 3 for Day 3 – Jenkins CI</a:t>
            </a:r>
          </a:p>
          <a:p>
            <a:r>
              <a:t>- Topic point 4 for Day 3 – Jenkins CI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 – Jenkins CI – 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3 – Jenkins CI</a:t>
            </a:r>
          </a:p>
          <a:p>
            <a:r>
              <a:t>- Topic point 2 for Day 3 – Jenkins CI</a:t>
            </a:r>
          </a:p>
          <a:p>
            <a:r>
              <a:t>- Topic point 3 for Day 3 – Jenkins CI</a:t>
            </a:r>
          </a:p>
          <a:p>
            <a:r>
              <a:t>- Topic point 4 for Day 3 – Jenkins CI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 – Jenkins CI – 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3 – Jenkins CI</a:t>
            </a:r>
          </a:p>
          <a:p>
            <a:r>
              <a:t>- Topic point 2 for Day 3 – Jenkins CI</a:t>
            </a:r>
          </a:p>
          <a:p>
            <a:r>
              <a:t>- Topic point 3 for Day 3 – Jenkins CI</a:t>
            </a:r>
          </a:p>
          <a:p>
            <a:r>
              <a:t>- Topic point 4 for Day 3 – Jenkins CI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 – Jenkins CI – 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3 – Jenkins CI</a:t>
            </a:r>
          </a:p>
          <a:p>
            <a:r>
              <a:t>- Topic point 2 for Day 3 – Jenkins CI</a:t>
            </a:r>
          </a:p>
          <a:p>
            <a:r>
              <a:t>- Topic point 3 for Day 3 – Jenkins CI</a:t>
            </a:r>
          </a:p>
          <a:p>
            <a:r>
              <a:t>- Topic point 4 for Day 3 – Jenkins CI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 – Jenkins CI – 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3 – Jenkins CI</a:t>
            </a:r>
          </a:p>
          <a:p>
            <a:r>
              <a:t>- Topic point 2 for Day 3 – Jenkins CI</a:t>
            </a:r>
          </a:p>
          <a:p>
            <a:r>
              <a:t>- Topic point 3 for Day 3 – Jenkins CI</a:t>
            </a:r>
          </a:p>
          <a:p>
            <a:r>
              <a:t>- Topic point 4 for Day 3 – Jenkins CI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 – Jenkins CI – 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3 – Jenkins CI</a:t>
            </a:r>
          </a:p>
          <a:p>
            <a:r>
              <a:t>- Topic point 2 for Day 3 – Jenkins CI</a:t>
            </a:r>
          </a:p>
          <a:p>
            <a:r>
              <a:t>- Topic point 3 for Day 3 – Jenkins CI</a:t>
            </a:r>
          </a:p>
          <a:p>
            <a:r>
              <a:t>- Topic point 4 for Day 3 – Jenkins CI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 – Jenkins CI – 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3 – Jenkins CI</a:t>
            </a:r>
          </a:p>
          <a:p>
            <a:r>
              <a:t>- Topic point 2 for Day 3 – Jenkins CI</a:t>
            </a:r>
          </a:p>
          <a:p>
            <a:r>
              <a:t>- Topic point 3 for Day 3 – Jenkins CI</a:t>
            </a:r>
          </a:p>
          <a:p>
            <a:r>
              <a:t>- Topic point 4 for Day 3 – Jenkins CI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 – Jenkins CI – 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3 – Jenkins CI</a:t>
            </a:r>
          </a:p>
          <a:p>
            <a:r>
              <a:t>- Topic point 2 for Day 3 – Jenkins CI</a:t>
            </a:r>
          </a:p>
          <a:p>
            <a:r>
              <a:t>- Topic point 3 for Day 3 – Jenkins CI</a:t>
            </a:r>
          </a:p>
          <a:p>
            <a:r>
              <a:t>- Topic point 4 for Day 3 – Jenkins CI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 – Jenkins CI – 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3 – Jenkins CI</a:t>
            </a:r>
          </a:p>
          <a:p>
            <a:r>
              <a:t>- Topic point 2 for Day 3 – Jenkins CI</a:t>
            </a:r>
          </a:p>
          <a:p>
            <a:r>
              <a:t>- Topic point 3 for Day 3 – Jenkins CI</a:t>
            </a:r>
          </a:p>
          <a:p>
            <a:r>
              <a:t>- Topic point 4 for Day 3 – Jenkins CI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 – Jenkins CI – 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3 – Jenkins CI</a:t>
            </a:r>
          </a:p>
          <a:p>
            <a:r>
              <a:t>- Topic point 2 for Day 3 – Jenkins CI</a:t>
            </a:r>
          </a:p>
          <a:p>
            <a:r>
              <a:t>- Topic point 3 for Day 3 – Jenkins CI</a:t>
            </a:r>
          </a:p>
          <a:p>
            <a:r>
              <a:t>- Topic point 4 for Day 3 – Jenkins CI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 – Jenkins CI – 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3 – Jenkins CI</a:t>
            </a:r>
          </a:p>
          <a:p>
            <a:r>
              <a:t>- Topic point 2 for Day 3 – Jenkins CI</a:t>
            </a:r>
          </a:p>
          <a:p>
            <a:r>
              <a:t>- Topic point 3 for Day 3 – Jenkins CI</a:t>
            </a:r>
          </a:p>
          <a:p>
            <a:r>
              <a:t>- Topic point 4 for Day 3 – Jenkins CI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 – Jenkins CI – 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3 – Jenkins CI</a:t>
            </a:r>
          </a:p>
          <a:p>
            <a:r>
              <a:t>- Topic point 2 for Day 3 – Jenkins CI</a:t>
            </a:r>
          </a:p>
          <a:p>
            <a:r>
              <a:t>- Topic point 3 for Day 3 – Jenkins CI</a:t>
            </a:r>
          </a:p>
          <a:p>
            <a:r>
              <a:t>- Topic point 4 for Day 3 – Jenkins CI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 – Jenkins CI – 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3 – Jenkins CI</a:t>
            </a:r>
          </a:p>
          <a:p>
            <a:r>
              <a:t>- Topic point 2 for Day 3 – Jenkins CI</a:t>
            </a:r>
          </a:p>
          <a:p>
            <a:r>
              <a:t>- Topic point 3 for Day 3 – Jenkins CI</a:t>
            </a:r>
          </a:p>
          <a:p>
            <a:r>
              <a:t>- Topic point 4 for Day 3 – Jenkins CI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4 – Docker –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4 – Docker</a:t>
            </a:r>
          </a:p>
          <a:p>
            <a:r>
              <a:t>- Topic point 2 for Day 4 – Docker</a:t>
            </a:r>
          </a:p>
          <a:p>
            <a:r>
              <a:t>- Topic point 3 for Day 4 – Docker</a:t>
            </a:r>
          </a:p>
          <a:p>
            <a:r>
              <a:t>- Topic point 4 for Day 4 – Docker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4 – Docker –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4 – Docker</a:t>
            </a:r>
          </a:p>
          <a:p>
            <a:r>
              <a:t>- Topic point 2 for Day 4 – Docker</a:t>
            </a:r>
          </a:p>
          <a:p>
            <a:r>
              <a:t>- Topic point 3 for Day 4 – Docker</a:t>
            </a:r>
          </a:p>
          <a:p>
            <a:r>
              <a:t>- Topic point 4 for Day 4 – Docker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4 – Docker –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4 – Docker</a:t>
            </a:r>
          </a:p>
          <a:p>
            <a:r>
              <a:t>- Topic point 2 for Day 4 – Docker</a:t>
            </a:r>
          </a:p>
          <a:p>
            <a:r>
              <a:t>- Topic point 3 for Day 4 – Docker</a:t>
            </a:r>
          </a:p>
          <a:p>
            <a:r>
              <a:t>- Topic point 4 for Day 4 – Docker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4 – Docker – 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4 – Docker</a:t>
            </a:r>
          </a:p>
          <a:p>
            <a:r>
              <a:t>- Topic point 2 for Day 4 – Docker</a:t>
            </a:r>
          </a:p>
          <a:p>
            <a:r>
              <a:t>- Topic point 3 for Day 4 – Docker</a:t>
            </a:r>
          </a:p>
          <a:p>
            <a:r>
              <a:t>- Topic point 4 for Day 4 – Docker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4 – Docker – 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4 – Docker</a:t>
            </a:r>
          </a:p>
          <a:p>
            <a:r>
              <a:t>- Topic point 2 for Day 4 – Docker</a:t>
            </a:r>
          </a:p>
          <a:p>
            <a:r>
              <a:t>- Topic point 3 for Day 4 – Docker</a:t>
            </a:r>
          </a:p>
          <a:p>
            <a:r>
              <a:t>- Topic point 4 for Day 4 – Docker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4 – Docker – 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4 – Docker</a:t>
            </a:r>
          </a:p>
          <a:p>
            <a:r>
              <a:t>- Topic point 2 for Day 4 – Docker</a:t>
            </a:r>
          </a:p>
          <a:p>
            <a:r>
              <a:t>- Topic point 3 for Day 4 – Docker</a:t>
            </a:r>
          </a:p>
          <a:p>
            <a:r>
              <a:t>- Topic point 4 for Day 4 – Docker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4 – Docker – 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4 – Docker</a:t>
            </a:r>
          </a:p>
          <a:p>
            <a:r>
              <a:t>- Topic point 2 for Day 4 – Docker</a:t>
            </a:r>
          </a:p>
          <a:p>
            <a:r>
              <a:t>- Topic point 3 for Day 4 – Docker</a:t>
            </a:r>
          </a:p>
          <a:p>
            <a:r>
              <a:t>- Topic point 4 for Day 4 – Docker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4 – Docker – 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4 – Docker</a:t>
            </a:r>
          </a:p>
          <a:p>
            <a:r>
              <a:t>- Topic point 2 for Day 4 – Docker</a:t>
            </a:r>
          </a:p>
          <a:p>
            <a:r>
              <a:t>- Topic point 3 for Day 4 – Docker</a:t>
            </a:r>
          </a:p>
          <a:p>
            <a:r>
              <a:t>- Topic point 4 for Day 4 – Docker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4 – Docker – 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4 – Docker</a:t>
            </a:r>
          </a:p>
          <a:p>
            <a:r>
              <a:t>- Topic point 2 for Day 4 – Docker</a:t>
            </a:r>
          </a:p>
          <a:p>
            <a:r>
              <a:t>- Topic point 3 for Day 4 – Docker</a:t>
            </a:r>
          </a:p>
          <a:p>
            <a:r>
              <a:t>- Topic point 4 for Day 4 – Docker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4 – Docker – 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4 – Docker</a:t>
            </a:r>
          </a:p>
          <a:p>
            <a:r>
              <a:t>- Topic point 2 for Day 4 – Docker</a:t>
            </a:r>
          </a:p>
          <a:p>
            <a:r>
              <a:t>- Topic point 3 for Day 4 – Docker</a:t>
            </a:r>
          </a:p>
          <a:p>
            <a:r>
              <a:t>- Topic point 4 for Day 4 – Docker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4 – Docker – 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4 – Docker</a:t>
            </a:r>
          </a:p>
          <a:p>
            <a:r>
              <a:t>- Topic point 2 for Day 4 – Docker</a:t>
            </a:r>
          </a:p>
          <a:p>
            <a:r>
              <a:t>- Topic point 3 for Day 4 – Docker</a:t>
            </a:r>
          </a:p>
          <a:p>
            <a:r>
              <a:t>- Topic point 4 for Day 4 – Docker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4 – Docker – 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4 – Docker</a:t>
            </a:r>
          </a:p>
          <a:p>
            <a:r>
              <a:t>- Topic point 2 for Day 4 – Docker</a:t>
            </a:r>
          </a:p>
          <a:p>
            <a:r>
              <a:t>- Topic point 3 for Day 4 – Docker</a:t>
            </a:r>
          </a:p>
          <a:p>
            <a:r>
              <a:t>- Topic point 4 for Day 4 – Docker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4 – Docker – 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4 – Docker</a:t>
            </a:r>
          </a:p>
          <a:p>
            <a:r>
              <a:t>- Topic point 2 for Day 4 – Docker</a:t>
            </a:r>
          </a:p>
          <a:p>
            <a:r>
              <a:t>- Topic point 3 for Day 4 – Docker</a:t>
            </a:r>
          </a:p>
          <a:p>
            <a:r>
              <a:t>- Topic point 4 for Day 4 – Docker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4 – Docker – 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4 – Docker</a:t>
            </a:r>
          </a:p>
          <a:p>
            <a:r>
              <a:t>- Topic point 2 for Day 4 – Docker</a:t>
            </a:r>
          </a:p>
          <a:p>
            <a:r>
              <a:t>- Topic point 3 for Day 4 – Docker</a:t>
            </a:r>
          </a:p>
          <a:p>
            <a:r>
              <a:t>- Topic point 4 for Day 4 – Docker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4 – Docker – 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4 – Docker</a:t>
            </a:r>
          </a:p>
          <a:p>
            <a:r>
              <a:t>- Topic point 2 for Day 4 – Docker</a:t>
            </a:r>
          </a:p>
          <a:p>
            <a:r>
              <a:t>- Topic point 3 for Day 4 – Docker</a:t>
            </a:r>
          </a:p>
          <a:p>
            <a:r>
              <a:t>- Topic point 4 for Day 4 – Docker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4 – Docker – 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4 – Docker</a:t>
            </a:r>
          </a:p>
          <a:p>
            <a:r>
              <a:t>- Topic point 2 for Day 4 – Docker</a:t>
            </a:r>
          </a:p>
          <a:p>
            <a:r>
              <a:t>- Topic point 3 for Day 4 – Docker</a:t>
            </a:r>
          </a:p>
          <a:p>
            <a:r>
              <a:t>- Topic point 4 for Day 4 – Docker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4 – Docker – 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4 – Docker</a:t>
            </a:r>
          </a:p>
          <a:p>
            <a:r>
              <a:t>- Topic point 2 for Day 4 – Docker</a:t>
            </a:r>
          </a:p>
          <a:p>
            <a:r>
              <a:t>- Topic point 3 for Day 4 – Docker</a:t>
            </a:r>
          </a:p>
          <a:p>
            <a:r>
              <a:t>- Topic point 4 for Day 4 – Docker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4 – Docker – 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4 – Docker</a:t>
            </a:r>
          </a:p>
          <a:p>
            <a:r>
              <a:t>- Topic point 2 for Day 4 – Docker</a:t>
            </a:r>
          </a:p>
          <a:p>
            <a:r>
              <a:t>- Topic point 3 for Day 4 – Docker</a:t>
            </a:r>
          </a:p>
          <a:p>
            <a:r>
              <a:t>- Topic point 4 for Day 4 – Docker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4 – Docker – 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4 – Docker</a:t>
            </a:r>
          </a:p>
          <a:p>
            <a:r>
              <a:t>- Topic point 2 for Day 4 – Docker</a:t>
            </a:r>
          </a:p>
          <a:p>
            <a:r>
              <a:t>- Topic point 3 for Day 4 – Docker</a:t>
            </a:r>
          </a:p>
          <a:p>
            <a:r>
              <a:t>- Topic point 4 for Day 4 – Docker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4 – Docker – 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4 – Docker</a:t>
            </a:r>
          </a:p>
          <a:p>
            <a:r>
              <a:t>- Topic point 2 for Day 4 – Docker</a:t>
            </a:r>
          </a:p>
          <a:p>
            <a:r>
              <a:t>- Topic point 3 for Day 4 – Docker</a:t>
            </a:r>
          </a:p>
          <a:p>
            <a:r>
              <a:t>- Topic point 4 for Day 4 – Docker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4 – Docker – 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4 – Docker</a:t>
            </a:r>
          </a:p>
          <a:p>
            <a:r>
              <a:t>- Topic point 2 for Day 4 – Docker</a:t>
            </a:r>
          </a:p>
          <a:p>
            <a:r>
              <a:t>- Topic point 3 for Day 4 – Docker</a:t>
            </a:r>
          </a:p>
          <a:p>
            <a:r>
              <a:t>- Topic point 4 for Day 4 – Docker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4 – Docker – 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4 – Docker</a:t>
            </a:r>
          </a:p>
          <a:p>
            <a:r>
              <a:t>- Topic point 2 for Day 4 – Docker</a:t>
            </a:r>
          </a:p>
          <a:p>
            <a:r>
              <a:t>- Topic point 3 for Day 4 – Docker</a:t>
            </a:r>
          </a:p>
          <a:p>
            <a:r>
              <a:t>- Topic point 4 for Day 4 – Docker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4 – Docker – 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4 – Docker</a:t>
            </a:r>
          </a:p>
          <a:p>
            <a:r>
              <a:t>- Topic point 2 for Day 4 – Docker</a:t>
            </a:r>
          </a:p>
          <a:p>
            <a:r>
              <a:t>- Topic point 3 for Day 4 – Docker</a:t>
            </a:r>
          </a:p>
          <a:p>
            <a:r>
              <a:t>- Topic point 4 for Day 4 – Docker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4 – Docker – 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4 – Docker</a:t>
            </a:r>
          </a:p>
          <a:p>
            <a:r>
              <a:t>- Topic point 2 for Day 4 – Docker</a:t>
            </a:r>
          </a:p>
          <a:p>
            <a:r>
              <a:t>- Topic point 3 for Day 4 – Docker</a:t>
            </a:r>
          </a:p>
          <a:p>
            <a:r>
              <a:t>- Topic point 4 for Day 4 – Docker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4 – Docker – 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4 – Docker</a:t>
            </a:r>
          </a:p>
          <a:p>
            <a:r>
              <a:t>- Topic point 2 for Day 4 – Docker</a:t>
            </a:r>
          </a:p>
          <a:p>
            <a:r>
              <a:t>- Topic point 3 for Day 4 – Docker</a:t>
            </a:r>
          </a:p>
          <a:p>
            <a:r>
              <a:t>- Topic point 4 for Day 4 – Docker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5 – Kubernetes &amp; Final Project –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5 – Kubernetes &amp; Final Project</a:t>
            </a:r>
          </a:p>
          <a:p>
            <a:r>
              <a:t>- Topic point 2 for Day 5 – Kubernetes &amp; Final Project</a:t>
            </a:r>
          </a:p>
          <a:p>
            <a:r>
              <a:t>- Topic point 3 for Day 5 – Kubernetes &amp; Final Project</a:t>
            </a:r>
          </a:p>
          <a:p>
            <a:r>
              <a:t>- Topic point 4 for Day 5 – Kubernetes &amp; Final Project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5 – Kubernetes &amp; Final Project –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5 – Kubernetes &amp; Final Project</a:t>
            </a:r>
          </a:p>
          <a:p>
            <a:r>
              <a:t>- Topic point 2 for Day 5 – Kubernetes &amp; Final Project</a:t>
            </a:r>
          </a:p>
          <a:p>
            <a:r>
              <a:t>- Topic point 3 for Day 5 – Kubernetes &amp; Final Project</a:t>
            </a:r>
          </a:p>
          <a:p>
            <a:r>
              <a:t>- Topic point 4 for Day 5 – Kubernetes &amp; Final Project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5 – Kubernetes &amp; Final Project –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5 – Kubernetes &amp; Final Project</a:t>
            </a:r>
          </a:p>
          <a:p>
            <a:r>
              <a:t>- Topic point 2 for Day 5 – Kubernetes &amp; Final Project</a:t>
            </a:r>
          </a:p>
          <a:p>
            <a:r>
              <a:t>- Topic point 3 for Day 5 – Kubernetes &amp; Final Project</a:t>
            </a:r>
          </a:p>
          <a:p>
            <a:r>
              <a:t>- Topic point 4 for Day 5 – Kubernetes &amp; Final Project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5 – Kubernetes &amp; Final Project – 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5 – Kubernetes &amp; Final Project</a:t>
            </a:r>
          </a:p>
          <a:p>
            <a:r>
              <a:t>- Topic point 2 for Day 5 – Kubernetes &amp; Final Project</a:t>
            </a:r>
          </a:p>
          <a:p>
            <a:r>
              <a:t>- Topic point 3 for Day 5 – Kubernetes &amp; Final Project</a:t>
            </a:r>
          </a:p>
          <a:p>
            <a:r>
              <a:t>- Topic point 4 for Day 5 – Kubernetes &amp; Final Project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5 – Kubernetes &amp; Final Project – 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5 – Kubernetes &amp; Final Project</a:t>
            </a:r>
          </a:p>
          <a:p>
            <a:r>
              <a:t>- Topic point 2 for Day 5 – Kubernetes &amp; Final Project</a:t>
            </a:r>
          </a:p>
          <a:p>
            <a:r>
              <a:t>- Topic point 3 for Day 5 – Kubernetes &amp; Final Project</a:t>
            </a:r>
          </a:p>
          <a:p>
            <a:r>
              <a:t>- Topic point 4 for Day 5 – Kubernetes &amp; Final Project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5 – Kubernetes &amp; Final Project – 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5 – Kubernetes &amp; Final Project</a:t>
            </a:r>
          </a:p>
          <a:p>
            <a:r>
              <a:t>- Topic point 2 for Day 5 – Kubernetes &amp; Final Project</a:t>
            </a:r>
          </a:p>
          <a:p>
            <a:r>
              <a:t>- Topic point 3 for Day 5 – Kubernetes &amp; Final Project</a:t>
            </a:r>
          </a:p>
          <a:p>
            <a:r>
              <a:t>- Topic point 4 for Day 5 – Kubernetes &amp; Final Project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5 – Kubernetes &amp; Final Project – 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5 – Kubernetes &amp; Final Project</a:t>
            </a:r>
          </a:p>
          <a:p>
            <a:r>
              <a:t>- Topic point 2 for Day 5 – Kubernetes &amp; Final Project</a:t>
            </a:r>
          </a:p>
          <a:p>
            <a:r>
              <a:t>- Topic point 3 for Day 5 – Kubernetes &amp; Final Project</a:t>
            </a:r>
          </a:p>
          <a:p>
            <a:r>
              <a:t>- Topic point 4 for Day 5 – Kubernetes &amp; Final Project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5 – Kubernetes &amp; Final Project – 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5 – Kubernetes &amp; Final Project</a:t>
            </a:r>
          </a:p>
          <a:p>
            <a:r>
              <a:t>- Topic point 2 for Day 5 – Kubernetes &amp; Final Project</a:t>
            </a:r>
          </a:p>
          <a:p>
            <a:r>
              <a:t>- Topic point 3 for Day 5 – Kubernetes &amp; Final Project</a:t>
            </a:r>
          </a:p>
          <a:p>
            <a:r>
              <a:t>- Topic point 4 for Day 5 – Kubernetes &amp; Final Project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5 – Kubernetes &amp; Final Project – 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5 – Kubernetes &amp; Final Project</a:t>
            </a:r>
          </a:p>
          <a:p>
            <a:r>
              <a:t>- Topic point 2 for Day 5 – Kubernetes &amp; Final Project</a:t>
            </a:r>
          </a:p>
          <a:p>
            <a:r>
              <a:t>- Topic point 3 for Day 5 – Kubernetes &amp; Final Project</a:t>
            </a:r>
          </a:p>
          <a:p>
            <a:r>
              <a:t>- Topic point 4 for Day 5 – Kubernetes &amp; Final Project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5 – Kubernetes &amp; Final Project – 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5 – Kubernetes &amp; Final Project</a:t>
            </a:r>
          </a:p>
          <a:p>
            <a:r>
              <a:t>- Topic point 2 for Day 5 – Kubernetes &amp; Final Project</a:t>
            </a:r>
          </a:p>
          <a:p>
            <a:r>
              <a:t>- Topic point 3 for Day 5 – Kubernetes &amp; Final Project</a:t>
            </a:r>
          </a:p>
          <a:p>
            <a:r>
              <a:t>- Topic point 4 for Day 5 – Kubernetes &amp; Final Project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5 – Kubernetes &amp; Final Project – 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5 – Kubernetes &amp; Final Project</a:t>
            </a:r>
          </a:p>
          <a:p>
            <a:r>
              <a:t>- Topic point 2 for Day 5 – Kubernetes &amp; Final Project</a:t>
            </a:r>
          </a:p>
          <a:p>
            <a:r>
              <a:t>- Topic point 3 for Day 5 – Kubernetes &amp; Final Project</a:t>
            </a:r>
          </a:p>
          <a:p>
            <a:r>
              <a:t>- Topic point 4 for Day 5 – Kubernetes &amp; Final Project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5 – Kubernetes &amp; Final Project – 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5 – Kubernetes &amp; Final Project</a:t>
            </a:r>
          </a:p>
          <a:p>
            <a:r>
              <a:t>- Topic point 2 for Day 5 – Kubernetes &amp; Final Project</a:t>
            </a:r>
          </a:p>
          <a:p>
            <a:r>
              <a:t>- Topic point 3 for Day 5 – Kubernetes &amp; Final Project</a:t>
            </a:r>
          </a:p>
          <a:p>
            <a:r>
              <a:t>- Topic point 4 for Day 5 – Kubernetes &amp; Final Project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5 – Kubernetes &amp; Final Project – 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5 – Kubernetes &amp; Final Project</a:t>
            </a:r>
          </a:p>
          <a:p>
            <a:r>
              <a:t>- Topic point 2 for Day 5 – Kubernetes &amp; Final Project</a:t>
            </a:r>
          </a:p>
          <a:p>
            <a:r>
              <a:t>- Topic point 3 for Day 5 – Kubernetes &amp; Final Project</a:t>
            </a:r>
          </a:p>
          <a:p>
            <a:r>
              <a:t>- Topic point 4 for Day 5 – Kubernetes &amp; Final Project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5 – Kubernetes &amp; Final Project – 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5 – Kubernetes &amp; Final Project</a:t>
            </a:r>
          </a:p>
          <a:p>
            <a:r>
              <a:t>- Topic point 2 for Day 5 – Kubernetes &amp; Final Project</a:t>
            </a:r>
          </a:p>
          <a:p>
            <a:r>
              <a:t>- Topic point 3 for Day 5 – Kubernetes &amp; Final Project</a:t>
            </a:r>
          </a:p>
          <a:p>
            <a:r>
              <a:t>- Topic point 4 for Day 5 – Kubernetes &amp; Final Project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5 – Kubernetes &amp; Final Project – 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5 – Kubernetes &amp; Final Project</a:t>
            </a:r>
          </a:p>
          <a:p>
            <a:r>
              <a:t>- Topic point 2 for Day 5 – Kubernetes &amp; Final Project</a:t>
            </a:r>
          </a:p>
          <a:p>
            <a:r>
              <a:t>- Topic point 3 for Day 5 – Kubernetes &amp; Final Project</a:t>
            </a:r>
          </a:p>
          <a:p>
            <a:r>
              <a:t>- Topic point 4 for Day 5 – Kubernetes &amp; Final Project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5 – Kubernetes &amp; Final Project – 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5 – Kubernetes &amp; Final Project</a:t>
            </a:r>
          </a:p>
          <a:p>
            <a:r>
              <a:t>- Topic point 2 for Day 5 – Kubernetes &amp; Final Project</a:t>
            </a:r>
          </a:p>
          <a:p>
            <a:r>
              <a:t>- Topic point 3 for Day 5 – Kubernetes &amp; Final Project</a:t>
            </a:r>
          </a:p>
          <a:p>
            <a:r>
              <a:t>- Topic point 4 for Day 5 – Kubernetes &amp; Final Project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5 – Kubernetes &amp; Final Project – 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5 – Kubernetes &amp; Final Project</a:t>
            </a:r>
          </a:p>
          <a:p>
            <a:r>
              <a:t>- Topic point 2 for Day 5 – Kubernetes &amp; Final Project</a:t>
            </a:r>
          </a:p>
          <a:p>
            <a:r>
              <a:t>- Topic point 3 for Day 5 – Kubernetes &amp; Final Project</a:t>
            </a:r>
          </a:p>
          <a:p>
            <a:r>
              <a:t>- Topic point 4 for Day 5 – Kubernetes &amp; Final Project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5 – Kubernetes &amp; Final Project – 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5 – Kubernetes &amp; Final Project</a:t>
            </a:r>
          </a:p>
          <a:p>
            <a:r>
              <a:t>- Topic point 2 for Day 5 – Kubernetes &amp; Final Project</a:t>
            </a:r>
          </a:p>
          <a:p>
            <a:r>
              <a:t>- Topic point 3 for Day 5 – Kubernetes &amp; Final Project</a:t>
            </a:r>
          </a:p>
          <a:p>
            <a:r>
              <a:t>- Topic point 4 for Day 5 – Kubernetes &amp; Final Project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5 – Kubernetes &amp; Final Project – 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5 – Kubernetes &amp; Final Project</a:t>
            </a:r>
          </a:p>
          <a:p>
            <a:r>
              <a:t>- Topic point 2 for Day 5 – Kubernetes &amp; Final Project</a:t>
            </a:r>
          </a:p>
          <a:p>
            <a:r>
              <a:t>- Topic point 3 for Day 5 – Kubernetes &amp; Final Project</a:t>
            </a:r>
          </a:p>
          <a:p>
            <a:r>
              <a:t>- Topic point 4 for Day 5 – Kubernetes &amp; Final Project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5 – Kubernetes &amp; Final Project – 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5 – Kubernetes &amp; Final Project</a:t>
            </a:r>
          </a:p>
          <a:p>
            <a:r>
              <a:t>- Topic point 2 for Day 5 – Kubernetes &amp; Final Project</a:t>
            </a:r>
          </a:p>
          <a:p>
            <a:r>
              <a:t>- Topic point 3 for Day 5 – Kubernetes &amp; Final Project</a:t>
            </a:r>
          </a:p>
          <a:p>
            <a:r>
              <a:t>- Topic point 4 for Day 5 – Kubernetes &amp; Final Project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5 – Kubernetes &amp; Final Project – 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5 – Kubernetes &amp; Final Project</a:t>
            </a:r>
          </a:p>
          <a:p>
            <a:r>
              <a:t>- Topic point 2 for Day 5 – Kubernetes &amp; Final Project</a:t>
            </a:r>
          </a:p>
          <a:p>
            <a:r>
              <a:t>- Topic point 3 for Day 5 – Kubernetes &amp; Final Project</a:t>
            </a:r>
          </a:p>
          <a:p>
            <a:r>
              <a:t>- Topic point 4 for Day 5 – Kubernetes &amp; Final Project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5 – Kubernetes &amp; Final Project – 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5 – Kubernetes &amp; Final Project</a:t>
            </a:r>
          </a:p>
          <a:p>
            <a:r>
              <a:t>- Topic point 2 for Day 5 – Kubernetes &amp; Final Project</a:t>
            </a:r>
          </a:p>
          <a:p>
            <a:r>
              <a:t>- Topic point 3 for Day 5 – Kubernetes &amp; Final Project</a:t>
            </a:r>
          </a:p>
          <a:p>
            <a:r>
              <a:t>- Topic point 4 for Day 5 – Kubernetes &amp; Final Project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5 – Kubernetes &amp; Final Project – 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5 – Kubernetes &amp; Final Project</a:t>
            </a:r>
          </a:p>
          <a:p>
            <a:r>
              <a:t>- Topic point 2 for Day 5 – Kubernetes &amp; Final Project</a:t>
            </a:r>
          </a:p>
          <a:p>
            <a:r>
              <a:t>- Topic point 3 for Day 5 – Kubernetes &amp; Final Project</a:t>
            </a:r>
          </a:p>
          <a:p>
            <a:r>
              <a:t>- Topic point 4 for Day 5 – Kubernetes &amp; Final Project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5 – Kubernetes &amp; Final Project – 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5 – Kubernetes &amp; Final Project</a:t>
            </a:r>
          </a:p>
          <a:p>
            <a:r>
              <a:t>- Topic point 2 for Day 5 – Kubernetes &amp; Final Project</a:t>
            </a:r>
          </a:p>
          <a:p>
            <a:r>
              <a:t>- Topic point 3 for Day 5 – Kubernetes &amp; Final Project</a:t>
            </a:r>
          </a:p>
          <a:p>
            <a:r>
              <a:t>- Topic point 4 for Day 5 – Kubernetes &amp; Final Project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5 – Kubernetes &amp; Final Project – 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 point 1 for Day 5 – Kubernetes &amp; Final Project</a:t>
            </a:r>
          </a:p>
          <a:p>
            <a:r>
              <a:t>- Topic point 2 for Day 5 – Kubernetes &amp; Final Project</a:t>
            </a:r>
          </a:p>
          <a:p>
            <a:r>
              <a:t>- Topic point 3 for Day 5 – Kubernetes &amp; Final Project</a:t>
            </a:r>
          </a:p>
          <a:p>
            <a:r>
              <a:t>- Topic point 4 for Day 5 – Kubernetes &amp; Final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